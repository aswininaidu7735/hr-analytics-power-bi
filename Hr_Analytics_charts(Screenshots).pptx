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8" r:id="rId4"/>
    <p:sldId id="265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DC64B4-8C78-61F4-31B1-F03D431B9594}">
          <p14:sldIdLst>
            <p14:sldId id="256"/>
          </p14:sldIdLst>
        </p14:section>
        <p14:section name="Dashboard" id="{9C3E5B26-BAEB-025B-341E-94D87EAFA5BD}">
          <p14:sldIdLst>
            <p14:sldId id="264"/>
            <p14:sldId id="258"/>
            <p14:sldId id="265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NI NAIDU" userId="2d2f6c54c9e66ad9" providerId="LiveId" clId="{CDFB4397-0549-48AF-A2DB-4CC0AB2EF072}"/>
    <pc:docChg chg="undo custSel addSld delSld modSld sldOrd modSection">
      <pc:chgData name="CHINNI NAIDU" userId="2d2f6c54c9e66ad9" providerId="LiveId" clId="{CDFB4397-0549-48AF-A2DB-4CC0AB2EF072}" dt="2026-10-14T06:11:55.683" v="194" actId="14100"/>
      <pc:docMkLst>
        <pc:docMk/>
      </pc:docMkLst>
      <pc:sldChg chg="delSp modSp mod">
        <pc:chgData name="CHINNI NAIDU" userId="2d2f6c54c9e66ad9" providerId="LiveId" clId="{CDFB4397-0549-48AF-A2DB-4CC0AB2EF072}" dt="2026-10-14T05:54:22.470" v="2" actId="1076"/>
        <pc:sldMkLst>
          <pc:docMk/>
          <pc:sldMk cId="0" sldId="256"/>
        </pc:sldMkLst>
        <pc:spChg chg="mod">
          <ac:chgData name="CHINNI NAIDU" userId="2d2f6c54c9e66ad9" providerId="LiveId" clId="{CDFB4397-0549-48AF-A2DB-4CC0AB2EF072}" dt="2026-10-14T05:54:22.470" v="2" actId="1076"/>
          <ac:spMkLst>
            <pc:docMk/>
            <pc:sldMk cId="0" sldId="256"/>
            <ac:spMk id="8" creationId="{00000000-0000-0000-0000-000000000000}"/>
          </ac:spMkLst>
        </pc:spChg>
        <pc:picChg chg="del">
          <ac:chgData name="CHINNI NAIDU" userId="2d2f6c54c9e66ad9" providerId="LiveId" clId="{CDFB4397-0549-48AF-A2DB-4CC0AB2EF072}" dt="2026-10-14T05:54:18.327" v="0" actId="478"/>
          <ac:picMkLst>
            <pc:docMk/>
            <pc:sldMk cId="0" sldId="256"/>
            <ac:picMk id="13" creationId="{00000000-0000-0000-0000-000000000000}"/>
          </ac:picMkLst>
        </pc:picChg>
      </pc:sldChg>
      <pc:sldChg chg="modSp del mod">
        <pc:chgData name="CHINNI NAIDU" userId="2d2f6c54c9e66ad9" providerId="LiveId" clId="{CDFB4397-0549-48AF-A2DB-4CC0AB2EF072}" dt="2026-10-14T05:57:07.510" v="82" actId="47"/>
        <pc:sldMkLst>
          <pc:docMk/>
          <pc:sldMk cId="0" sldId="257"/>
        </pc:sldMkLst>
        <pc:picChg chg="mod">
          <ac:chgData name="CHINNI NAIDU" userId="2d2f6c54c9e66ad9" providerId="LiveId" clId="{CDFB4397-0549-48AF-A2DB-4CC0AB2EF072}" dt="2026-10-14T05:54:33.540" v="4" actId="1076"/>
          <ac:picMkLst>
            <pc:docMk/>
            <pc:sldMk cId="0" sldId="257"/>
            <ac:picMk id="3" creationId="{00000000-0000-0000-0000-000000000000}"/>
          </ac:picMkLst>
        </pc:picChg>
      </pc:sldChg>
      <pc:sldChg chg="ord">
        <pc:chgData name="CHINNI NAIDU" userId="2d2f6c54c9e66ad9" providerId="LiveId" clId="{CDFB4397-0549-48AF-A2DB-4CC0AB2EF072}" dt="2026-10-14T05:55:16.150" v="11"/>
        <pc:sldMkLst>
          <pc:docMk/>
          <pc:sldMk cId="0" sldId="258"/>
        </pc:sldMkLst>
      </pc:sldChg>
      <pc:sldChg chg="modSp mod">
        <pc:chgData name="CHINNI NAIDU" userId="2d2f6c54c9e66ad9" providerId="LiveId" clId="{CDFB4397-0549-48AF-A2DB-4CC0AB2EF072}" dt="2026-10-14T06:00:15.121" v="91" actId="732"/>
        <pc:sldMkLst>
          <pc:docMk/>
          <pc:sldMk cId="0" sldId="259"/>
        </pc:sldMkLst>
        <pc:picChg chg="mod modCrop">
          <ac:chgData name="CHINNI NAIDU" userId="2d2f6c54c9e66ad9" providerId="LiveId" clId="{CDFB4397-0549-48AF-A2DB-4CC0AB2EF072}" dt="2026-10-14T06:00:15.121" v="91" actId="732"/>
          <ac:picMkLst>
            <pc:docMk/>
            <pc:sldMk cId="0" sldId="259"/>
            <ac:picMk id="3" creationId="{00000000-0000-0000-0000-000000000000}"/>
          </ac:picMkLst>
        </pc:picChg>
      </pc:sldChg>
      <pc:sldChg chg="modSp mod">
        <pc:chgData name="CHINNI NAIDU" userId="2d2f6c54c9e66ad9" providerId="LiveId" clId="{CDFB4397-0549-48AF-A2DB-4CC0AB2EF072}" dt="2026-10-14T06:02:14.917" v="106" actId="732"/>
        <pc:sldMkLst>
          <pc:docMk/>
          <pc:sldMk cId="0" sldId="260"/>
        </pc:sldMkLst>
        <pc:picChg chg="mod modCrop">
          <ac:chgData name="CHINNI NAIDU" userId="2d2f6c54c9e66ad9" providerId="LiveId" clId="{CDFB4397-0549-48AF-A2DB-4CC0AB2EF072}" dt="2026-10-14T06:02:14.917" v="106" actId="732"/>
          <ac:picMkLst>
            <pc:docMk/>
            <pc:sldMk cId="0" sldId="260"/>
            <ac:picMk id="3" creationId="{00000000-0000-0000-0000-000000000000}"/>
          </ac:picMkLst>
        </pc:picChg>
      </pc:sldChg>
      <pc:sldChg chg="modSp mod">
        <pc:chgData name="CHINNI NAIDU" userId="2d2f6c54c9e66ad9" providerId="LiveId" clId="{CDFB4397-0549-48AF-A2DB-4CC0AB2EF072}" dt="2026-10-14T06:02:51.470" v="110" actId="732"/>
        <pc:sldMkLst>
          <pc:docMk/>
          <pc:sldMk cId="0" sldId="261"/>
        </pc:sldMkLst>
        <pc:picChg chg="mod modCrop">
          <ac:chgData name="CHINNI NAIDU" userId="2d2f6c54c9e66ad9" providerId="LiveId" clId="{CDFB4397-0549-48AF-A2DB-4CC0AB2EF072}" dt="2026-10-14T06:02:51.470" v="110" actId="732"/>
          <ac:picMkLst>
            <pc:docMk/>
            <pc:sldMk cId="0" sldId="261"/>
            <ac:picMk id="3" creationId="{00000000-0000-0000-0000-000000000000}"/>
          </ac:picMkLst>
        </pc:picChg>
      </pc:sldChg>
      <pc:sldChg chg="modSp mod">
        <pc:chgData name="CHINNI NAIDU" userId="2d2f6c54c9e66ad9" providerId="LiveId" clId="{CDFB4397-0549-48AF-A2DB-4CC0AB2EF072}" dt="2026-10-14T06:03:39.742" v="116" actId="732"/>
        <pc:sldMkLst>
          <pc:docMk/>
          <pc:sldMk cId="0" sldId="262"/>
        </pc:sldMkLst>
        <pc:picChg chg="mod modCrop">
          <ac:chgData name="CHINNI NAIDU" userId="2d2f6c54c9e66ad9" providerId="LiveId" clId="{CDFB4397-0549-48AF-A2DB-4CC0AB2EF072}" dt="2026-10-14T06:03:39.742" v="116" actId="732"/>
          <ac:picMkLst>
            <pc:docMk/>
            <pc:sldMk cId="0" sldId="262"/>
            <ac:picMk id="3" creationId="{00000000-0000-0000-0000-000000000000}"/>
          </ac:picMkLst>
        </pc:picChg>
      </pc:sldChg>
      <pc:sldChg chg="modSp mod">
        <pc:chgData name="CHINNI NAIDU" userId="2d2f6c54c9e66ad9" providerId="LiveId" clId="{CDFB4397-0549-48AF-A2DB-4CC0AB2EF072}" dt="2026-10-14T06:04:51.320" v="121" actId="732"/>
        <pc:sldMkLst>
          <pc:docMk/>
          <pc:sldMk cId="0" sldId="263"/>
        </pc:sldMkLst>
        <pc:picChg chg="mod modCrop">
          <ac:chgData name="CHINNI NAIDU" userId="2d2f6c54c9e66ad9" providerId="LiveId" clId="{CDFB4397-0549-48AF-A2DB-4CC0AB2EF072}" dt="2026-10-14T06:04:51.320" v="121" actId="732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new mod">
        <pc:chgData name="CHINNI NAIDU" userId="2d2f6c54c9e66ad9" providerId="LiveId" clId="{CDFB4397-0549-48AF-A2DB-4CC0AB2EF072}" dt="2026-10-14T05:56:56.669" v="81" actId="1076"/>
        <pc:sldMkLst>
          <pc:docMk/>
          <pc:sldMk cId="1046948612" sldId="264"/>
        </pc:sldMkLst>
        <pc:spChg chg="add del mod">
          <ac:chgData name="CHINNI NAIDU" userId="2d2f6c54c9e66ad9" providerId="LiveId" clId="{CDFB4397-0549-48AF-A2DB-4CC0AB2EF072}" dt="2026-10-14T05:55:54.063" v="54"/>
          <ac:spMkLst>
            <pc:docMk/>
            <pc:sldMk cId="1046948612" sldId="264"/>
            <ac:spMk id="3" creationId="{C9E54035-2C4B-D3D0-816C-EC566E81C4D5}"/>
          </ac:spMkLst>
        </pc:spChg>
        <pc:spChg chg="add mod">
          <ac:chgData name="CHINNI NAIDU" userId="2d2f6c54c9e66ad9" providerId="LiveId" clId="{CDFB4397-0549-48AF-A2DB-4CC0AB2EF072}" dt="2026-10-14T05:56:23.419" v="75" actId="14100"/>
          <ac:spMkLst>
            <pc:docMk/>
            <pc:sldMk cId="1046948612" sldId="264"/>
            <ac:spMk id="5" creationId="{8F93158C-BD65-EED1-3E6F-7CF2BC420DD0}"/>
          </ac:spMkLst>
        </pc:spChg>
        <pc:picChg chg="add mod modCrop">
          <ac:chgData name="CHINNI NAIDU" userId="2d2f6c54c9e66ad9" providerId="LiveId" clId="{CDFB4397-0549-48AF-A2DB-4CC0AB2EF072}" dt="2026-10-14T05:56:56.669" v="81" actId="1076"/>
          <ac:picMkLst>
            <pc:docMk/>
            <pc:sldMk cId="1046948612" sldId="264"/>
            <ac:picMk id="7" creationId="{E484F4AA-8E84-6519-D7FB-66528C7394ED}"/>
          </ac:picMkLst>
        </pc:picChg>
      </pc:sldChg>
      <pc:sldChg chg="addSp delSp new del mod">
        <pc:chgData name="CHINNI NAIDU" userId="2d2f6c54c9e66ad9" providerId="LiveId" clId="{CDFB4397-0549-48AF-A2DB-4CC0AB2EF072}" dt="2026-10-14T05:54:59.778" v="8" actId="47"/>
        <pc:sldMkLst>
          <pc:docMk/>
          <pc:sldMk cId="3335629558" sldId="264"/>
        </pc:sldMkLst>
        <pc:spChg chg="add del">
          <ac:chgData name="CHINNI NAIDU" userId="2d2f6c54c9e66ad9" providerId="LiveId" clId="{CDFB4397-0549-48AF-A2DB-4CC0AB2EF072}" dt="2026-10-14T05:54:42.059" v="7" actId="22"/>
          <ac:spMkLst>
            <pc:docMk/>
            <pc:sldMk cId="3335629558" sldId="264"/>
            <ac:spMk id="4" creationId="{20ED2B73-696B-5CB6-34EA-B8E6E1543429}"/>
          </ac:spMkLst>
        </pc:spChg>
      </pc:sldChg>
      <pc:sldChg chg="addSp delSp modSp add mod">
        <pc:chgData name="CHINNI NAIDU" userId="2d2f6c54c9e66ad9" providerId="LiveId" clId="{CDFB4397-0549-48AF-A2DB-4CC0AB2EF072}" dt="2026-10-14T06:11:55.683" v="194" actId="14100"/>
        <pc:sldMkLst>
          <pc:docMk/>
          <pc:sldMk cId="2980986546" sldId="265"/>
        </pc:sldMkLst>
        <pc:spChg chg="mod">
          <ac:chgData name="CHINNI NAIDU" userId="2d2f6c54c9e66ad9" providerId="LiveId" clId="{CDFB4397-0549-48AF-A2DB-4CC0AB2EF072}" dt="2026-10-14T06:05:31.613" v="142" actId="20577"/>
          <ac:spMkLst>
            <pc:docMk/>
            <pc:sldMk cId="2980986546" sldId="265"/>
            <ac:spMk id="2" creationId="{0C1D0068-F4B8-0950-C30A-280F5E60F5CA}"/>
          </ac:spMkLst>
        </pc:spChg>
        <pc:picChg chg="del">
          <ac:chgData name="CHINNI NAIDU" userId="2d2f6c54c9e66ad9" providerId="LiveId" clId="{CDFB4397-0549-48AF-A2DB-4CC0AB2EF072}" dt="2026-10-14T06:05:36.481" v="143" actId="478"/>
          <ac:picMkLst>
            <pc:docMk/>
            <pc:sldMk cId="2980986546" sldId="265"/>
            <ac:picMk id="3" creationId="{D228B6DB-4FA1-6EAE-829A-AD63776A3512}"/>
          </ac:picMkLst>
        </pc:picChg>
        <pc:picChg chg="add mod modCrop">
          <ac:chgData name="CHINNI NAIDU" userId="2d2f6c54c9e66ad9" providerId="LiveId" clId="{CDFB4397-0549-48AF-A2DB-4CC0AB2EF072}" dt="2026-10-14T06:08:16.528" v="171" actId="732"/>
          <ac:picMkLst>
            <pc:docMk/>
            <pc:sldMk cId="2980986546" sldId="265"/>
            <ac:picMk id="5" creationId="{871C64DD-CC60-BEEC-3832-98CD9E1B5510}"/>
          </ac:picMkLst>
        </pc:picChg>
        <pc:picChg chg="add mod modCrop">
          <ac:chgData name="CHINNI NAIDU" userId="2d2f6c54c9e66ad9" providerId="LiveId" clId="{CDFB4397-0549-48AF-A2DB-4CC0AB2EF072}" dt="2026-10-14T06:08:20.904" v="172" actId="1076"/>
          <ac:picMkLst>
            <pc:docMk/>
            <pc:sldMk cId="2980986546" sldId="265"/>
            <ac:picMk id="7" creationId="{4435F0AD-220D-A11F-5727-CC4EAEEB9421}"/>
          </ac:picMkLst>
        </pc:picChg>
        <pc:picChg chg="add mod">
          <ac:chgData name="CHINNI NAIDU" userId="2d2f6c54c9e66ad9" providerId="LiveId" clId="{CDFB4397-0549-48AF-A2DB-4CC0AB2EF072}" dt="2026-10-14T06:07:49.035" v="167" actId="14100"/>
          <ac:picMkLst>
            <pc:docMk/>
            <pc:sldMk cId="2980986546" sldId="265"/>
            <ac:picMk id="9" creationId="{C2496D18-4B51-FD74-7704-A2B52DF568D1}"/>
          </ac:picMkLst>
        </pc:picChg>
        <pc:picChg chg="add mod">
          <ac:chgData name="CHINNI NAIDU" userId="2d2f6c54c9e66ad9" providerId="LiveId" clId="{CDFB4397-0549-48AF-A2DB-4CC0AB2EF072}" dt="2026-10-14T06:08:55.655" v="180" actId="14100"/>
          <ac:picMkLst>
            <pc:docMk/>
            <pc:sldMk cId="2980986546" sldId="265"/>
            <ac:picMk id="11" creationId="{DA7C728F-C3FF-510A-536A-64FBFBC1CB71}"/>
          </ac:picMkLst>
        </pc:picChg>
        <pc:picChg chg="add mod">
          <ac:chgData name="CHINNI NAIDU" userId="2d2f6c54c9e66ad9" providerId="LiveId" clId="{CDFB4397-0549-48AF-A2DB-4CC0AB2EF072}" dt="2026-10-14T06:10:41.111" v="186" actId="14100"/>
          <ac:picMkLst>
            <pc:docMk/>
            <pc:sldMk cId="2980986546" sldId="265"/>
            <ac:picMk id="13" creationId="{010D7F92-F6D0-4BEF-9539-5AD3D47C56CE}"/>
          </ac:picMkLst>
        </pc:picChg>
        <pc:picChg chg="add mod">
          <ac:chgData name="CHINNI NAIDU" userId="2d2f6c54c9e66ad9" providerId="LiveId" clId="{CDFB4397-0549-48AF-A2DB-4CC0AB2EF072}" dt="2026-10-14T06:11:55.683" v="194" actId="14100"/>
          <ac:picMkLst>
            <pc:docMk/>
            <pc:sldMk cId="2980986546" sldId="265"/>
            <ac:picMk id="15" creationId="{E1FFCC58-89AD-380A-74BD-80F8651D20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47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PRDA-03 HR Analytics, an individual Power BI dashboard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Alternate dashboard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440F3-E4F0-C86B-FA64-F9864192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9D250-EB99-92FE-8B43-A616067C7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A8FB8-E161-B26A-3FC1-7A2B6AFE5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Alternate dashboard design.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5E390-ADAF-3D93-6274-07064904CC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74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Hiring rate by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Gender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by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by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by 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PRDA – 03 HR Analytics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4"/>
                </a:solidFill>
              </a:rPr>
              <a:t>Power BI Dashboard PPT</a:t>
            </a:r>
            <a:endParaRPr lang="en-US" sz="2600" dirty="0"/>
          </a:p>
        </p:txBody>
      </p:sp>
      <p:sp>
        <p:nvSpPr>
          <p:cNvPr id="4" name="Details card"/>
          <p:cNvSpPr/>
          <p:nvPr/>
        </p:nvSpPr>
        <p:spPr>
          <a:xfrm>
            <a:off x="457200" y="2468880"/>
            <a:ext cx="4754880" cy="2194560"/>
          </a:xfrm>
          <a:prstGeom prst="roundRect">
            <a:avLst>
              <a:gd name="adj" fmla="val 41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Nettem Aswini Naidu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Team ID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1226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PTID-CDA-OCT-26-11122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027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Course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602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CDA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78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Members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4078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Individual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93158C-BD65-EED1-3E6F-7CF2BC420DD0}"/>
              </a:ext>
            </a:extLst>
          </p:cNvPr>
          <p:cNvSpPr txBox="1"/>
          <p:nvPr/>
        </p:nvSpPr>
        <p:spPr>
          <a:xfrm>
            <a:off x="335280" y="265004"/>
            <a:ext cx="48158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</a:rPr>
              <a:t>HR Analytics dashboard </a:t>
            </a:r>
            <a:endParaRPr lang="en-IN" dirty="0"/>
          </a:p>
        </p:txBody>
      </p:sp>
      <p:pic>
        <p:nvPicPr>
          <p:cNvPr id="7" name="Image 0" descr="Final Power BI HR Analytics dashboard">
            <a:extLst>
              <a:ext uri="{FF2B5EF4-FFF2-40B4-BE49-F238E27FC236}">
                <a16:creationId xmlns:a16="http://schemas.microsoft.com/office/drawing/2014/main" id="{E484F4AA-8E84-6519-D7FB-66528C7394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5" r="2666" b="2760"/>
          <a:stretch>
            <a:fillRect/>
          </a:stretch>
        </p:blipFill>
        <p:spPr>
          <a:xfrm>
            <a:off x="975360" y="982980"/>
            <a:ext cx="6819900" cy="348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4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HR Analytics dashboard (alternate design)</a:t>
            </a:r>
            <a:endParaRPr lang="en-US" sz="3400" dirty="0"/>
          </a:p>
        </p:txBody>
      </p:sp>
      <p:pic>
        <p:nvPicPr>
          <p:cNvPr id="3" name="Image 0" descr="Alternate design of the HR Analytics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188720"/>
            <a:ext cx="718718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2ADD7-DB0B-DD38-C90D-1AA3CED44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1D0068-F4B8-0950-C30A-280F5E60F5CA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/>
              <a:t>KPI Cards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C64DD-CC60-BEEC-3832-98CD9E1B55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47"/>
          <a:stretch>
            <a:fillRect/>
          </a:stretch>
        </p:blipFill>
        <p:spPr>
          <a:xfrm>
            <a:off x="812387" y="1314266"/>
            <a:ext cx="1824133" cy="1257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35F0AD-220D-A11F-5727-CC4EAEEB94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66"/>
          <a:stretch>
            <a:fillRect/>
          </a:stretch>
        </p:blipFill>
        <p:spPr>
          <a:xfrm>
            <a:off x="3901535" y="1314266"/>
            <a:ext cx="1714405" cy="1314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496D18-4B51-FD74-7704-A2B52DF56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971" y="1257116"/>
            <a:ext cx="1714405" cy="13146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7C728F-C3FF-510A-536A-64FBFBC1C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3322320"/>
            <a:ext cx="1760220" cy="12574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0D7F92-F6D0-4BEF-9539-5AD3D47C56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4780" y="3322320"/>
            <a:ext cx="1760220" cy="1181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FFCC58-89AD-380A-74BD-80F8651D20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5970" y="3295834"/>
            <a:ext cx="1611729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86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Hiring trend by year</a:t>
            </a:r>
            <a:endParaRPr lang="en-US" sz="3400" dirty="0"/>
          </a:p>
        </p:txBody>
      </p:sp>
      <p:pic>
        <p:nvPicPr>
          <p:cNvPr id="3" name="Image 0" descr="Line chart of hires per year"/>
          <p:cNvPicPr>
            <a:picLocks noChangeAspect="1"/>
          </p:cNvPicPr>
          <p:nvPr/>
        </p:nvPicPr>
        <p:blipFill>
          <a:blip r:embed="rId3"/>
          <a:srcRect l="1944" t="10241" r="2407" b="8292"/>
          <a:stretch>
            <a:fillRect/>
          </a:stretch>
        </p:blipFill>
        <p:spPr>
          <a:xfrm>
            <a:off x="617220" y="1531621"/>
            <a:ext cx="7871460" cy="27279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Employees by gender</a:t>
            </a:r>
            <a:endParaRPr lang="en-US" sz="3400" dirty="0"/>
          </a:p>
        </p:txBody>
      </p:sp>
      <p:pic>
        <p:nvPicPr>
          <p:cNvPr id="3" name="Image 0" descr="Donut chart of employees by gender"/>
          <p:cNvPicPr>
            <a:picLocks noChangeAspect="1"/>
          </p:cNvPicPr>
          <p:nvPr/>
        </p:nvPicPr>
        <p:blipFill>
          <a:blip r:embed="rId3"/>
          <a:srcRect l="2957" t="3333" r="1778" b="3750"/>
          <a:stretch>
            <a:fillRect/>
          </a:stretch>
        </p:blipFill>
        <p:spPr>
          <a:xfrm>
            <a:off x="2141220" y="1287780"/>
            <a:ext cx="4922520" cy="3398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Employees by state</a:t>
            </a:r>
            <a:endParaRPr lang="en-US" sz="3400" dirty="0"/>
          </a:p>
        </p:txBody>
      </p:sp>
      <p:pic>
        <p:nvPicPr>
          <p:cNvPr id="3" name="Image 0" descr="Bar chart of employees by state"/>
          <p:cNvPicPr>
            <a:picLocks noChangeAspect="1"/>
          </p:cNvPicPr>
          <p:nvPr/>
        </p:nvPicPr>
        <p:blipFill>
          <a:blip r:embed="rId3"/>
          <a:srcRect l="1035" t="1458" r="2362" b="2292"/>
          <a:stretch>
            <a:fillRect/>
          </a:stretch>
        </p:blipFill>
        <p:spPr>
          <a:xfrm>
            <a:off x="1760220" y="1242060"/>
            <a:ext cx="554736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Employees by department</a:t>
            </a:r>
            <a:endParaRPr lang="en-US" sz="3400" dirty="0"/>
          </a:p>
        </p:txBody>
      </p:sp>
      <p:pic>
        <p:nvPicPr>
          <p:cNvPr id="3" name="Image 0" descr="Bar chart of employees by department"/>
          <p:cNvPicPr>
            <a:picLocks noChangeAspect="1"/>
          </p:cNvPicPr>
          <p:nvPr/>
        </p:nvPicPr>
        <p:blipFill>
          <a:blip r:embed="rId3"/>
          <a:srcRect l="3364" t="3750" r="4764" b="2500"/>
          <a:stretch>
            <a:fillRect/>
          </a:stretch>
        </p:blipFill>
        <p:spPr>
          <a:xfrm>
            <a:off x="1783080" y="1325880"/>
            <a:ext cx="549402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Employees by race</a:t>
            </a:r>
            <a:endParaRPr lang="en-US" sz="3400" dirty="0"/>
          </a:p>
        </p:txBody>
      </p:sp>
      <p:pic>
        <p:nvPicPr>
          <p:cNvPr id="3" name="Image 0" descr="Bar chart of employees by race"/>
          <p:cNvPicPr>
            <a:picLocks noChangeAspect="1"/>
          </p:cNvPicPr>
          <p:nvPr/>
        </p:nvPicPr>
        <p:blipFill>
          <a:blip r:embed="rId3"/>
          <a:srcRect l="1480" t="3126" b="6041"/>
          <a:stretch>
            <a:fillRect/>
          </a:stretch>
        </p:blipFill>
        <p:spPr>
          <a:xfrm>
            <a:off x="1874520" y="1303020"/>
            <a:ext cx="5477256" cy="3322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R Navy Blue">
  <a:themeElements>
    <a:clrScheme name="HR Navy Blue">
      <a:dk1>
        <a:srgbClr val="1F2937"/>
      </a:dk1>
      <a:lt1>
        <a:srgbClr val="FFFFFF"/>
      </a:lt1>
      <a:dk2>
        <a:srgbClr val="14213D"/>
      </a:dk2>
      <a:lt2>
        <a:srgbClr val="EAF2FB"/>
      </a:lt2>
      <a:accent1>
        <a:srgbClr val="2563EB"/>
      </a:accent1>
      <a:accent2>
        <a:srgbClr val="F59E0B"/>
      </a:accent2>
      <a:accent3>
        <a:srgbClr val="6B7280"/>
      </a:accent3>
      <a:accent4>
        <a:srgbClr val="A6D1FF"/>
      </a:accent4>
      <a:accent5>
        <a:srgbClr val="0F766E"/>
      </a:accent5>
      <a:accent6>
        <a:srgbClr val="EF4444"/>
      </a:accent6>
      <a:hlink>
        <a:srgbClr val="2563EB"/>
      </a:hlink>
      <a:folHlink>
        <a:srgbClr val="6B7280"/>
      </a:folHlink>
    </a:clrScheme>
    <a:fontScheme name="HR Navy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100</Words>
  <Application>Microsoft Office PowerPoint</Application>
  <PresentationFormat>On-screen Show (16:9)</PresentationFormat>
  <Paragraphs>34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HR Navy Blue</vt:lpstr>
      <vt:lpstr>PRDA – 03 HR Analytics</vt:lpstr>
      <vt:lpstr>PowerPoint Presentation</vt:lpstr>
      <vt:lpstr>HR Analytics dashboard (alternate design)</vt:lpstr>
      <vt:lpstr>KPI Cards</vt:lpstr>
      <vt:lpstr>Hiring trend by year</vt:lpstr>
      <vt:lpstr>Employees by gender</vt:lpstr>
      <vt:lpstr>Employees by state</vt:lpstr>
      <vt:lpstr>Employees by department</vt:lpstr>
      <vt:lpstr>Employees by race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PRDA – 03 HR Analytics</dc:title>
  <dc:subject>PptxGenJS Presentation</dc:subject>
  <dc:creator>Nettem Aswini Naidu</dc:creator>
  <cp:lastModifiedBy>CHINNI NAIDU</cp:lastModifiedBy>
  <cp:revision>1</cp:revision>
  <dcterms:created xsi:type="dcterms:W3CDTF">2026-10-13T16:39:36Z</dcterms:created>
  <dcterms:modified xsi:type="dcterms:W3CDTF">2026-10-14T06:12:04Z</dcterms:modified>
</cp:coreProperties>
</file>